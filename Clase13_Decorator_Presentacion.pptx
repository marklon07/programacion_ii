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D9770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468F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ESTRUCTURALES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Decorator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9D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Agregando capas sin tocar el original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B283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Adapter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365760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B2838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Composite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365760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D9770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Decorator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365760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B2838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Facade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365760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B2838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Proxy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II · Universidad del Quindío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Repaso: Adapter y Composite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Traduce interfaces incompatibles — clase intermedia que convierte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1168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árbol — trata grupos e individuos con la misma interfaz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</a:t>
            </a:r>
            <a:pPr indent="0" marL="0">
              <a:buNone/>
            </a:pPr>
            <a:r>
              <a:rPr lang="en-US" sz="1500" dirty="0">
                <a:solidFill>
                  <a:srgbClr val="A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agrego funcionalidad a un objeto SIN modificar su clase original?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cafetería vende café en diferentes combinaciones: café solo, café con leche, café con leche y azúcar, café con crema y canela, café con leche + crema + azúcar + canela... 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¿Crean una clase para cada combinación? CafeConLecheYAzucar, CafeConCremaYCanela...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Imposible — las combinaciones son infinitas.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Decorator: EXPLOSIÓN de clases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17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30175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3017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CafeConLeche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0175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017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CafeConAzucar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0" y="30175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3017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CafeConCrema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20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CafeConLecheYAzucar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51760" y="352044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3520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CafeConLecheYCrema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352044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520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CafeConAzucarYCrema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352044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520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CafeConTodo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Decorator: COMPOSICIÓN flexible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301752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0175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80760" y="301752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30175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DecoradorLeche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132320" y="301752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0" y="30175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DecoradorAzucar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183880" y="301752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30" name="Text 28"/>
          <p:cNvSpPr/>
          <p:nvPr/>
        </p:nvSpPr>
        <p:spPr>
          <a:xfrm>
            <a:off x="8183880" y="30175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DecoradorCrema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clases → infinitas combinaciones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16052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0D1B2A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1605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Decorator = envolver un objeto con capas adicionales </a:t>
            </a:r>
            <a:pPr indent="0" marL="0">
              <a:buNone/>
            </a:pPr>
            <a:r>
              <a:rPr lang="en-US" sz="1400" dirty="0">
                <a:solidFill>
                  <a:srgbClr val="A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modificar la clase original. Cada capa agrega funcionalidad.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Analogía del mundo real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con adiciones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4447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Empiezas con un café solo ($3.000). Le agregas leche (+$1.500), azúcar (+$500), crema (+$2.000). Cada adición ENVUELVE al café anterior y le suma su precio. Al final: $3.000 + $1.500 + $500 + $2.000 = $7.000.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40280"/>
            <a:ext cx="54864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Ropa en capas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5877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con una camiseta. Hace frío: te pones un saco encima. Llueve: te pones una chaqueta encima del saco. Cada capa ENVUELVE la anterior sin modificarla. Te puedes quitar cualquier capa.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383280"/>
            <a:ext cx="54864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I/O (BufferedReader)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7307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BufferedReader(new InputStreamReader(System.in)). Cada clase ENVUELVE a la anterior y le agrega funcionalidad: System.in → InputStreamReader (bytes→chars) → BufferedReader (buffer).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del Decorator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0" y="8229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«interface» Bebida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getDescripcion():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getPrecio(): double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2286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CafeSimple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getPrecio() → 3000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23774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2377440"/>
            <a:ext cx="25603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«abstract» Decorador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bebida: Bebida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getPrecio() → delega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393192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3931920"/>
            <a:ext cx="164592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40050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DecLeche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393192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0" y="3931920"/>
            <a:ext cx="164592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40050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DecAzucar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393192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0" y="3931920"/>
            <a:ext cx="164592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40050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DecCrema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00200" y="1737360"/>
            <a:ext cx="0" cy="64008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937760" y="1737360"/>
            <a:ext cx="0" cy="640080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937760" y="3383280"/>
            <a:ext cx="0" cy="548640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Código: la interfaz Bebida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Bebida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getDescripcion();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getPrecio();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 que Component en Composite — la interfaz común.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804672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0175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CafeSimple implements Bebida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getDescripcion() { return "Café";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getPrecio() { return 3000;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8046720" cy="36576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663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CafeSimple es el componente BASE. Los decoradores lo van a envolver.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Código: Decorador abstracto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27432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91440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Decorador implements Bebida {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Bebida bebida; // ENVUELVE otra bebida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Decorador(Bebida bebida)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this.bebida = bebida;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getDescripcion()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bebida.getDescripcion(); // delega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3794760"/>
            <a:ext cx="54864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7947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Bebida bebida — el decorador ENVUELVE otro objeto Bebida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29768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4297680"/>
            <a:ext cx="54864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2976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 Bebida — el decorador ES una Bebida también (misma interfaz)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4800600"/>
            <a:ext cx="54864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006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decoradores concretos extienden esta clase y agregan su lógica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Código: Decoradores concretos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29768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8686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DecoradorLeche extends Decorador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DecoradorLeche(Bebida bebida)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super(bebida);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getDescripcion()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bebida.getDescripcion() + " + Leche";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getPrecio()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bebida.getPrecio() + 1500; // Agrega $1500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63440" y="777240"/>
            <a:ext cx="429768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00600" y="8686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DecoradorAzucar extends Decorador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DecoradorAzucar(Bebida bebida)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super(bebida);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getDescripcion()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bebida.getDescripcion() + " + Azúcar";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getPrecio()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bebida.getPrecio() + 500; // Agrega $500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204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Patrón: </a:t>
            </a:r>
            <a:pPr indent="0" marL="0">
              <a:buNone/>
            </a:pPr>
            <a:r>
              <a:rPr lang="en-US" sz="1300" dirty="0">
                <a:solidFill>
                  <a:srgbClr val="A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bebida.getPrecio() + 1500 → llama al precio del objeto ENVUELTO y le SUMA su adición. Cada decorador agrega una capa.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Usando el Decorator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329184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868680"/>
            <a:ext cx="7772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Main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1. Café solo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Bebida cafe = new CafeSimple();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System.out.println(cafe.getDescripcion()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+ " → $" + cafe.getPrecio());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2. Le agregamos leche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cafe = new DecoradorLeche(cafe);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3. Le agregamos azúcar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cafe = new DecoradorAzucar(cafe);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System.out.println(cafe.getDescripcion()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+ " → $" + cafe.getPrecio());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2519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Café → $3000.0
</a:t>
            </a:r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Café + Leche + Azúcar → $5000.0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magia: capas que envuelven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3000" y="1097280"/>
            <a:ext cx="6858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25880" y="10972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DecoradorAzucar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29400" y="10972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+$500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57400" y="196596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965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DecoradorLeche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0" y="19659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+$1500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71800" y="283464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2834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CafeSimple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2834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$3000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86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getPrecio() en DecoradorAzucar:
</a:t>
            </a:r>
            <a:pPr indent="0" marL="0">
              <a:buNone/>
            </a:pPr>
            <a:r>
              <a:rPr lang="en-US" sz="1200" dirty="0">
                <a:solidFill>
                  <a:srgbClr val="A9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bebida.getPrecio() + 500
</a:t>
            </a:r>
            <a:pPr indent="0" marL="0">
              <a:buNone/>
            </a:pPr>
            <a:r>
              <a:rPr lang="en-US" sz="1200" dirty="0">
                <a:solidFill>
                  <a:srgbClr val="A9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DecoradorLeche.getPrecio() + 500
</a:t>
            </a:r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(CafeSimple.getPrecio() + 1500) + 500 = (3000 + 1500) + 500 = 5000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Decorator vs Herencia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558784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3364992"/>
                <a:gridCol w="33649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Herencia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Decorator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Flexibilidad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Fija en compilación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Dinámica en ejecución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Combinaciones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1 clase por combinación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Componer libremente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Clases necesarias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N × M clases (explosión)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N + M clases (lineal)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Modificar original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Sí — tocas la clase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No — la envuelves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Quitar funcionalidad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Imposible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Quitas una capa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1148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necesitas COMBINAR comportamientos libremente → Decorator. Si el comportamiento es fijo → herencia.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Decorator en Java real + SOLID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0972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I/O ES Decorator: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BufferedReader br = new BufferedReader(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InputStreamReader(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FileInputStream("datos.txt")));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FileInputStream = componente base (bytes)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InputStreamReader = decorador (bytes → chars)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BufferedReader = decorador (agrega buffer)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80467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3108960"/>
            <a:ext cx="54864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31455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310896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SRP — Cada decorador agrega UNA responsabilidad: leche, azúcar, crema.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80467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566160"/>
            <a:ext cx="54864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3602736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56616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 — Nuevo sabor = nueva clase decoradora. NO modificas CafeSimple ni otros decoradores.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80467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023360"/>
            <a:ext cx="54864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059936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402336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LSP — DecoradorLeche sustituye a cualquier Bebida. El Main no nota diferencia.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80467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480560"/>
            <a:ext cx="54864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" y="451713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448056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 — Los decoradores dependen de Bebida (interfaz), no de CafeSimple.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Receta fija del Decorator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piezas — solo cambian los nombres: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356616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71600"/>
            <a:ext cx="7772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COMPONENT — interfaz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Componente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operacion();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CONCRETE COMPONENT — 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Base implements Componente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operacion() { return valorBase;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DECORATOR — abstracto, envuelve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Decorador implements Componente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Componente envuelto;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Decorador(Componente c) { this.envuelto = c;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CONCRETE DECORATOR — agrega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DecoradorX extends Decorador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DecoradorX(Componente c) { super(c);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operacion()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envuelto.operacion() + extra;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9770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88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Decorator = Capas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188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Envuelve un objeto con funcionalidad adicional sin tocarlo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87452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piezas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1874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Interface, ConcreteComponent, AbstractDecorator, ConcreteDecorator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56032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560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Composición dinámica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2560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Combinas decoradores libremente en tiempo de ejecución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4612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I/O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3246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BufferedReader(InputStreamReader(FileInputStream)) — lo usan a diario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93192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Adapter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0" y="3931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TRADUCE interfaces. Decorator AGREGA funcionalidad.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68F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clase: Facade — una cara simple para un sistema complejo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13 — Decorator</dc:title>
  <dc:subject>PptxGenJS Presentation</dc:subject>
  <dc:creator>Programación II</dc:creator>
  <cp:lastModifiedBy>Programación II</cp:lastModifiedBy>
  <cp:revision>1</cp:revision>
  <dcterms:created xsi:type="dcterms:W3CDTF">2026-03-18T00:48:53Z</dcterms:created>
  <dcterms:modified xsi:type="dcterms:W3CDTF">2026-03-18T00:48:53Z</dcterms:modified>
</cp:coreProperties>
</file>